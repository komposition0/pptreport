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d053736004a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884562468f4636"/>
  </p:sldMasterIdLst>
  <p:sldIdLst>
    <p:sldId xmlns:r="http://schemas.openxmlformats.org/officeDocument/2006/relationships" id="256" r:id="R25a71dfec7b747c0"/>
    <p:sldId xmlns:r="http://schemas.openxmlformats.org/officeDocument/2006/relationships" id="257" r:id="R0af25b4fc11141e1"/>
    <p:sldId xmlns:r="http://schemas.openxmlformats.org/officeDocument/2006/relationships" id="258" r:id="R80a8dd1e8e834ba0"/>
    <p:sldId xmlns:r="http://schemas.openxmlformats.org/officeDocument/2006/relationships" id="259" r:id="R1dfd3102216848cd"/>
    <p:sldId xmlns:r="http://schemas.openxmlformats.org/officeDocument/2006/relationships" id="260" r:id="Rb5ccfb0e774744ef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84562468f4636" /><Relationship Type="http://schemas.openxmlformats.org/officeDocument/2006/relationships/slide" Target="/ppt/slides/slide1.xml" Id="R25a71dfec7b747c0" /><Relationship Type="http://schemas.openxmlformats.org/officeDocument/2006/relationships/slide" Target="/ppt/slides/slide2.xml" Id="R0af25b4fc11141e1" /><Relationship Type="http://schemas.openxmlformats.org/officeDocument/2006/relationships/slide" Target="/ppt/slides/slide3.xml" Id="R80a8dd1e8e834ba0" /><Relationship Type="http://schemas.openxmlformats.org/officeDocument/2006/relationships/slide" Target="/ppt/slides/slide4.xml" Id="R1dfd3102216848cd" /><Relationship Type="http://schemas.openxmlformats.org/officeDocument/2006/relationships/slide" Target="/ppt/slides/slide5.xml" Id="Rb5ccfb0e774744ef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b88dfa96d47f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8" r:id="R498b88dfa96d47fe"/>
  </p:sldLayoutIdLst>
  <p:txStyles>
    <p:titleStyle/>
    <p:bodyStyle/>
    <p:otherStyle/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ed485b08a4e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b74032acc4f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85490805449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c6d7aa69b64e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dcb863a34440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Report Title"/>
          <p:cNvSpPr/>
          <p:nvPr/>
        </p:nvSpPr>
        <p:spPr>
          <a:xfrm xmlns:a="http://schemas.openxmlformats.org/drawingml/2006/main">
            <a:off x="600000" y="900000"/>
            <a:ext cx="1090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{{REPORT_TITLE}}</a:t>
            </a:r>
          </a:p>
        </p:txBody>
      </p:sp>
      <p:sp>
        <p:nvSpPr>
          <p:cNvPr id="3" name="Report Date"/>
          <p:cNvSpPr/>
          <p:nvPr/>
        </p:nvSpPr>
        <p:spPr>
          <a:xfrm xmlns:a="http://schemas.openxmlformats.org/drawingml/2006/main">
            <a:off x="600000" y="2300000"/>
            <a:ext cx="109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Date: {{REPORT_DATE}}</a:t>
            </a:r>
          </a:p>
        </p:txBody>
      </p:sp>
      <p:sp>
        <p:nvSpPr>
          <p:cNvPr id="4" name="Project"/>
          <p:cNvSpPr/>
          <p:nvPr/>
        </p:nvSpPr>
        <p:spPr>
          <a:xfrm xmlns:a="http://schemas.openxmlformats.org/drawingml/2006/main">
            <a:off x="600000" y="3100000"/>
            <a:ext cx="109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Project: {{PROJECT_NAME}}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lide Heading"/>
          <p:cNvSpPr/>
          <p:nvPr/>
        </p:nvSpPr>
        <p:spPr>
          <a:xfrm xmlns:a="http://schemas.openxmlformats.org/drawingml/2006/main">
            <a:off x="600000" y="450000"/>
            <a:ext cx="1090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General Information</a:t>
            </a:r>
          </a:p>
        </p:txBody>
      </p:sp>
      <p:sp>
        <p:nvSpPr>
          <p:cNvPr id="3" name="Engineer"/>
          <p:cNvSpPr/>
          <p:nvPr/>
        </p:nvSpPr>
        <p:spPr>
          <a:xfrm xmlns:a="http://schemas.openxmlformats.org/drawingml/2006/main">
            <a:off x="600000" y="1600000"/>
            <a:ext cx="109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Engineer: {{ENGINEER_NAME}}</a:t>
            </a:r>
          </a:p>
        </p:txBody>
      </p:sp>
      <p:sp>
        <p:nvSpPr>
          <p:cNvPr id="4" name="Device"/>
          <p:cNvSpPr/>
          <p:nvPr/>
        </p:nvSpPr>
        <p:spPr>
          <a:xfrm xmlns:a="http://schemas.openxmlformats.org/drawingml/2006/main">
            <a:off x="600000" y="2400000"/>
            <a:ext cx="109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Device ID: {{DEVICE_ID}}</a:t>
            </a:r>
          </a:p>
        </p:txBody>
      </p:sp>
      <p:sp>
        <p:nvSpPr>
          <p:cNvPr id="5" name="Lot"/>
          <p:cNvSpPr/>
          <p:nvPr/>
        </p:nvSpPr>
        <p:spPr>
          <a:xfrm xmlns:a="http://schemas.openxmlformats.org/drawingml/2006/main">
            <a:off x="600000" y="3200000"/>
            <a:ext cx="109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Lot: {{LOT_NUMBER}}</a:t>
            </a:r>
          </a:p>
        </p:txBody>
      </p:sp>
      <p:sp>
        <p:nvSpPr>
          <p:cNvPr id="6" name="Wafer"/>
          <p:cNvSpPr/>
          <p:nvPr/>
        </p:nvSpPr>
        <p:spPr>
          <a:xfrm xmlns:a="http://schemas.openxmlformats.org/drawingml/2006/main">
            <a:off x="600000" y="4000000"/>
            <a:ext cx="10900000" cy="5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Wafer: {{WAFER_NUMBER}}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lide Heading"/>
          <p:cNvSpPr/>
          <p:nvPr/>
        </p:nvSpPr>
        <p:spPr>
          <a:xfrm xmlns:a="http://schemas.openxmlformats.org/drawingml/2006/main">
            <a:off x="600000" y="450000"/>
            <a:ext cx="1090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Test Results</a:t>
            </a:r>
          </a:p>
        </p:txBody>
      </p:sp>
      <p:sp>
        <p:nvSpPr>
          <p:cNvPr id="3" name="Summary"/>
          <p:cNvSpPr/>
          <p:nvPr/>
        </p:nvSpPr>
        <p:spPr>
          <a:xfrm xmlns:a="http://schemas.openxmlformats.org/drawingml/2006/main">
            <a:off x="600000" y="1500000"/>
            <a:ext cx="10900000" cy="1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Summary: {{TEST_SUMMARY}}</a:t>
            </a:r>
          </a:p>
        </p:txBody>
      </p:sp>
      <p:sp>
        <p:nvSpPr>
          <p:cNvPr id="4" name="Results"/>
          <p:cNvSpPr/>
          <p:nvPr/>
        </p:nvSpPr>
        <p:spPr>
          <a:xfrm xmlns:a="http://schemas.openxmlformats.org/drawingml/2006/main">
            <a:off x="600000" y="3000000"/>
            <a:ext cx="10900000" cy="1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Results: {{TEST_RESULTS}}</a:t>
            </a:r>
          </a:p>
        </p:txBody>
      </p:sp>
      <p:sp>
        <p:nvSpPr>
          <p:cNvPr id="5" name="Conditions"/>
          <p:cNvSpPr/>
          <p:nvPr/>
        </p:nvSpPr>
        <p:spPr>
          <a:xfrm xmlns:a="http://schemas.openxmlformats.org/drawingml/2006/main">
            <a:off x="600000" y="4700000"/>
            <a:ext cx="10900000" cy="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Conditions: {{TEST_CONDITIONS}}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lide Heading"/>
          <p:cNvSpPr/>
          <p:nvPr/>
        </p:nvSpPr>
        <p:spPr>
          <a:xfrm xmlns:a="http://schemas.openxmlformats.org/drawingml/2006/main">
            <a:off x="600000" y="450000"/>
            <a:ext cx="1090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Test Images</a:t>
            </a:r>
          </a:p>
        </p:txBody>
      </p:sp>
      <p:sp>
        <p:nvSpPr>
          <p:cNvPr id="3" name="Setup Image"/>
          <p:cNvSpPr/>
          <p:nvPr/>
        </p:nvSpPr>
        <p:spPr>
          <a:xfrm xmlns:a="http://schemas.openxmlformats.org/drawingml/2006/main">
            <a:off x="600000" y="1400000"/>
            <a:ext cx="5200000" cy="4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{{IMAGE_TEST_SETUP}}</a:t>
            </a:r>
          </a:p>
        </p:txBody>
      </p:sp>
      <p:sp>
        <p:nvSpPr>
          <p:cNvPr id="4" name="Device Image"/>
          <p:cNvSpPr/>
          <p:nvPr/>
        </p:nvSpPr>
        <p:spPr>
          <a:xfrm xmlns:a="http://schemas.openxmlformats.org/drawingml/2006/main">
            <a:off x="6600000" y="1400000"/>
            <a:ext cx="5200000" cy="4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{{IMAGE_DEVICE_PHOTO}}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lide Heading"/>
          <p:cNvSpPr/>
          <p:nvPr/>
        </p:nvSpPr>
        <p:spPr>
          <a:xfrm xmlns:a="http://schemas.openxmlformats.org/drawingml/2006/main">
            <a:off x="600000" y="450000"/>
            <a:ext cx="1090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Conclusion</a:t>
            </a:r>
          </a:p>
        </p:txBody>
      </p:sp>
      <p:sp>
        <p:nvSpPr>
          <p:cNvPr id="3" name="Conclusion Text"/>
          <p:cNvSpPr/>
          <p:nvPr/>
        </p:nvSpPr>
        <p:spPr>
          <a:xfrm xmlns:a="http://schemas.openxmlformats.org/drawingml/2006/main">
            <a:off x="600000" y="1600000"/>
            <a:ext cx="10900000" cy="14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{{CONCLUSION}}</a:t>
            </a:r>
          </a:p>
        </p:txBody>
      </p:sp>
      <p:sp>
        <p:nvSpPr>
          <p:cNvPr id="4" name="Recommendations"/>
          <p:cNvSpPr/>
          <p:nvPr/>
        </p:nvSpPr>
        <p:spPr>
          <a:xfrm xmlns:a="http://schemas.openxmlformats.org/drawingml/2006/main">
            <a:off x="600000" y="3500000"/>
            <a:ext cx="10900000" cy="1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Recommendations: {{RECOMMENDATIONS}}</a:t>
            </a:r>
          </a:p>
        </p:txBody>
      </p:sp>
    </p:spTree>
  </p:cSld>
  <p:clrMapOvr>
    <a:masterClrMapping xmlns:a="http://schemas.openxmlformats.org/drawingml/2006/main"/>
  </p:clrMapOvr>
</p:sld>
</file>